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bulkseedsinternational-fr.blogspot.com/2026/10/variete-absente-du-catalogue-que-faut.html" TargetMode="External"/><Relationship Id="rId3" Type="http://schemas.openxmlformats.org/officeDocument/2006/relationships/hyperlink" Target="https://bulk-seeds-international.github.io/bulkseedsinternational-fr/dateien/minimax-82bb3cc7e7560a016050afc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Variété absente du catalogue : que faut-il fournir par e-mail ? · Presentation</a:t>
            </a:r>
          </a:p>
        </p:txBody>
      </p:sp>
      <p:sp>
        <p:nvSpPr>
          <p:cNvPr id="3" name="Content Placeholder 2"/>
          <p:cNvSpPr>
            <a:spLocks noGrp="1"/>
          </p:cNvSpPr>
          <p:nvPr>
            <p:ph idx="1"/>
          </p:nvPr>
        </p:nvSpPr>
        <p:spPr/>
        <p:txBody>
          <a:bodyPr/>
          <a:lstStyle/>
          <a:p>
            <a:r>
              <a:t>Une variété que vous recherchez ne figure pas dans le catalogue de votre fournisseur de semences ? Pour un grainetier, une jardinerie ou un revendeur, cette situation demande une démarche particulière par e-mail : le message doit permettre un examen sérieux sans être confondu avec une commande. Ce guide rassemble les éléments concrets à fournir et le déroulement à attendre, afin que votre demande reste exploitable dès le premier envoi.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Pourquoi une variété absente exige une demande spécifique</a:t>
            </a:r>
          </a:p>
        </p:txBody>
      </p:sp>
      <p:sp>
        <p:nvSpPr>
          <p:cNvPr id="3" name="Content Placeholder 2"/>
          <p:cNvSpPr>
            <a:spLocks noGrp="1"/>
          </p:cNvSpPr>
          <p:nvPr>
            <p:ph idx="1"/>
          </p:nvPr>
        </p:nvSpPr>
        <p:spPr/>
        <p:txBody>
          <a:bodyPr/>
          <a:lstStyle/>
          <a:p>
            <a:pPr>
              <a:defRPr sz="1800"/>
            </a:pPr>
            <a:r>
              <a:t>Le catalogue ne couvre pas nécessairement toutes les variétés qu'un professionnel peut souhaiter proposer. Une variété absente ne signifie pas pour autant qu'elle est indisponible : elle doit faire l'objet d'une vérification dédiée. Cette vérification se fait par e-mail, en désignant la variété sans ambiguïté et en distinguant clairement la recherche de disponibilité d'une commande. Cette séparation est essentielle, car l'envoi d'une demande ne conclut aucun contrat d'achat et aucun paiement n'est effectué via le site. Une demande bien formulée permet donc d'obtenir une réponse exploitable, sans engagement de part et d'autre.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Les quatre informations indispensables</a:t>
            </a:r>
          </a:p>
        </p:txBody>
      </p:sp>
      <p:sp>
        <p:nvSpPr>
          <p:cNvPr id="3" name="Content Placeholder 2"/>
          <p:cNvSpPr>
            <a:spLocks noGrp="1"/>
          </p:cNvSpPr>
          <p:nvPr>
            <p:ph idx="1"/>
          </p:nvPr>
        </p:nvSpPr>
        <p:spPr/>
        <p:txBody>
          <a:bodyPr/>
          <a:lstStyle/>
          <a:p>
            <a:pPr>
              <a:defRPr sz="1800"/>
            </a:pPr>
            <a:r>
              <a:t>Pour qu'une demande puisse être examinée, quatre éléments au minimum doivent figurer dans le message. D'abord le nom botanique ou le nom de la variété, afin que la demande vise sans ambiguïté la variété recherchée. Ensuite la quantité souhaitée, exprimée clairement. Troisièmement l'unité dans laquelle cette quantité est indiquée, car une quantité sans unité n'a pas la même portée. Enfin la destination, avec le pays et le code postal, éléments demandés pour examiner la livraison. Complétez avec vos coordonnées professionnelles ; si une expédition est envisagée, mentionnez la date de livraison souhaitée ainsi que les documents dont votre entrep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Les quatre informations indispensables</a:t>
            </a:r>
          </a:p>
        </p:txBody>
      </p:sp>
      <p:sp>
        <p:nvSpPr>
          <p:cNvPr id="3" name="Content Placeholder 2"/>
          <p:cNvSpPr>
            <a:spLocks noGrp="1"/>
          </p:cNvSpPr>
          <p:nvPr>
            <p:ph idx="1"/>
          </p:nvPr>
        </p:nvSpPr>
        <p:spPr/>
        <p:txBody>
          <a:bodyPr/>
          <a:lstStyle/>
          <a:p>
            <a:pPr>
              <a:defRPr sz="1800"/>
            </a:pPr>
            <a:r>
              <a:t>rise a besoin.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Formuler la demande sans la confondre avec une commande</a:t>
            </a:r>
          </a:p>
        </p:txBody>
      </p:sp>
      <p:sp>
        <p:nvSpPr>
          <p:cNvPr id="3" name="Content Placeholder 2"/>
          <p:cNvSpPr>
            <a:spLocks noGrp="1"/>
          </p:cNvSpPr>
          <p:nvPr>
            <p:ph idx="1"/>
          </p:nvPr>
        </p:nvSpPr>
        <p:spPr/>
        <p:txBody>
          <a:bodyPr/>
          <a:lstStyle/>
          <a:p>
            <a:pPr>
              <a:defRPr sz="1800"/>
            </a:pPr>
            <a:r>
              <a:t>Il est utile d'expliquer explicitement ce que vous attendez. Une formulation comme « Nous vous demandons de vérifier si cette variété peut être proposée et de nous adresser un devis ; ce message ne constitue pas une commande » permet d'examiner la demande sans la confondre avec un achat. Pour une simple recherche de disponibilité, demandez une vérification. Pour un devis, précisez la quantité, l'unité et la destination. En revanche, évitez une formulation de type « nous commandons » si vous souhaitez d'abord obtenir ces vérifications. Les demandes restent sans engagement : les conditions d'achat seront fixées dans le devis et l'accord subséqu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Formuler la demande sans la confondre avec une commande</a:t>
            </a:r>
          </a:p>
        </p:txBody>
      </p:sp>
      <p:sp>
        <p:nvSpPr>
          <p:cNvPr id="3" name="Content Placeholder 2"/>
          <p:cNvSpPr>
            <a:spLocks noGrp="1"/>
          </p:cNvSpPr>
          <p:nvPr>
            <p:ph idx="1"/>
          </p:nvPr>
        </p:nvSpPr>
        <p:spPr/>
        <p:txBody>
          <a:bodyPr/>
          <a:lstStyle/>
          <a:p>
            <a:pPr>
              <a:defRPr sz="1800"/>
            </a:pPr>
            <a:r>
              <a:t>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 modèle d'e-mail structuré</a:t>
            </a:r>
          </a:p>
        </p:txBody>
      </p:sp>
      <p:sp>
        <p:nvSpPr>
          <p:cNvPr id="3" name="Content Placeholder 2"/>
          <p:cNvSpPr>
            <a:spLocks noGrp="1"/>
          </p:cNvSpPr>
          <p:nvPr>
            <p:ph idx="1"/>
          </p:nvPr>
        </p:nvSpPr>
        <p:spPr/>
        <p:txBody>
          <a:bodyPr/>
          <a:lstStyle/>
          <a:p>
            <a:pPr>
              <a:defRPr sz="1800"/>
            </a:pPr>
            <a:r>
              <a:t>Un message clair peut suivre une structure simple. En objet, indiquez par exemple « Demande de disponibilité et de devis — nom de la variété ». Dans le corps, demandez la vérification de la variété en précisant la quantité et l'unité, puis la destination avec le pays et le code postal. Précisez que vous souhaitez une vérification de disponibilité ainsi qu'un devis, et que le message ne constitue pas une commande. Ajoutez votre profession ou société, vos coordonnées professionnelles, la date de livraison souhaitée si elle est pertinente, ainsi que les documents dont votre entreprise a besoin pour cette destination. Terminez par une formule de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 modèle d'e-mail structuré</a:t>
            </a:r>
          </a:p>
        </p:txBody>
      </p:sp>
      <p:sp>
        <p:nvSpPr>
          <p:cNvPr id="3" name="Content Placeholder 2"/>
          <p:cNvSpPr>
            <a:spLocks noGrp="1"/>
          </p:cNvSpPr>
          <p:nvPr>
            <p:ph idx="1"/>
          </p:nvPr>
        </p:nvSpPr>
        <p:spPr/>
        <p:txBody>
          <a:bodyPr/>
          <a:lstStyle/>
          <a:p>
            <a:pPr>
              <a:defRPr sz="1800"/>
            </a:pPr>
            <a:r>
              <a:t>politesse et votre nom.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 qui se passe après l'envoi</a:t>
            </a:r>
          </a:p>
        </p:txBody>
      </p:sp>
      <p:sp>
        <p:nvSpPr>
          <p:cNvPr id="3" name="Content Placeholder 2"/>
          <p:cNvSpPr>
            <a:spLocks noGrp="1"/>
          </p:cNvSpPr>
          <p:nvPr>
            <p:ph idx="1"/>
          </p:nvPr>
        </p:nvSpPr>
        <p:spPr/>
        <p:txBody>
          <a:bodyPr/>
          <a:lstStyle/>
          <a:p>
            <a:pPr>
              <a:defRPr sz="1800"/>
            </a:pPr>
            <a:r>
              <a:t>Un accusé de réception automatisé confirme seulement que la demande a été reçue pour examen ; il ne vaut pas confirmation de disponibilité. Les articles, quantités et destinations sont ensuite examinés avant l'établissement d'un devis. Ce devis confirme les prix finaux, les frais de port et les conditionnements disponibles. Les conditions d'achat sont fixées dans le devis et l'accord subséquent. Si la demande doit être corrigée, utilisez sa référence pour faciliter le suivi. Pour une expédition, les conditions d'importation applicables et les responsabilités liées aux documents, au dédouanement, aux droits et aux taxes doivent aussi être clar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Ce qui se passe après l'envoi</a:t>
            </a:r>
          </a:p>
        </p:txBody>
      </p:sp>
      <p:sp>
        <p:nvSpPr>
          <p:cNvPr id="3" name="Content Placeholder 2"/>
          <p:cNvSpPr>
            <a:spLocks noGrp="1"/>
          </p:cNvSpPr>
          <p:nvPr>
            <p:ph idx="1"/>
          </p:nvPr>
        </p:nvSpPr>
        <p:spPr/>
        <p:txBody>
          <a:bodyPr/>
          <a:lstStyle/>
          <a:p>
            <a:pPr>
              <a:defRPr sz="1800"/>
            </a:pPr>
            <a:r>
              <a:t>ifiées avant acceptation.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Quatre erreurs à éviter</a:t>
            </a:r>
          </a:p>
        </p:txBody>
      </p:sp>
      <p:sp>
        <p:nvSpPr>
          <p:cNvPr id="3" name="Content Placeholder 2"/>
          <p:cNvSpPr>
            <a:spLocks noGrp="1"/>
          </p:cNvSpPr>
          <p:nvPr>
            <p:ph idx="1"/>
          </p:nvPr>
        </p:nvSpPr>
        <p:spPr/>
        <p:txBody>
          <a:bodyPr/>
          <a:lstStyle/>
          <a:p>
            <a:pPr>
              <a:defRPr sz="1800"/>
            </a:pPr>
            <a:r>
              <a:t>Première erreur : envoyer seulement le nom de la variété, car sans quantité, unité et destination, la demande ne permet pas le même examen. Deuxième erreur : employer « nous commandons », ce qui mélange vérification et commande alors que ces deux étapes doivent rester distinctes. Troisième erreur : prendre un accusé de réception pour une confirmation de disponibilité, alors qu'il confirme uniquement la réception. Quatrième erreur : considérer qu'une fiche catalogue garantit toute destination, car une telle fiche ne garantit pas qu'une variété puisse être fournie vers chaque destination. En résumé, transmettez l'identité de la variété, la quan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Quatre erreurs à éviter</a:t>
            </a:r>
          </a:p>
        </p:txBody>
      </p:sp>
      <p:sp>
        <p:nvSpPr>
          <p:cNvPr id="3" name="Content Placeholder 2"/>
          <p:cNvSpPr>
            <a:spLocks noGrp="1"/>
          </p:cNvSpPr>
          <p:nvPr>
            <p:ph idx="1"/>
          </p:nvPr>
        </p:nvSpPr>
        <p:spPr/>
        <p:txBody>
          <a:bodyPr/>
          <a:lstStyle/>
          <a:p>
            <a:pPr>
              <a:defRPr sz="1800"/>
            </a:pPr>
            <a:r>
              <a:t>tité, l'unité et la destination, puis formulez clairement votre demande de vérification ou de devis.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Links</a:t>
            </a:r>
          </a:p>
        </p:txBody>
      </p:sp>
      <p:sp>
        <p:nvSpPr>
          <p:cNvPr id="3" name="Content Placeholder 2"/>
          <p:cNvSpPr>
            <a:spLocks noGrp="1"/>
          </p:cNvSpPr>
          <p:nvPr>
            <p:ph idx="1"/>
          </p:nvPr>
        </p:nvSpPr>
        <p:spPr/>
        <p:txBody>
          <a:bodyPr/>
          <a:lstStyle/>
          <a:p>
            <a:r>
              <a:rPr sz="1800">
                <a:hlinkClick r:id="rId2"/>
              </a:rPr>
              <a:t>Variété absente du catalogue : que faut-il fournir par e-mail ?</a:t>
            </a:r>
          </a:p>
          <a:p>
            <a:r>
              <a:rPr sz="1800">
                <a:hlinkClick r:id="rId3"/>
              </a:rPr>
              <a:t>Related document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