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ulkseedsinternational-fr-04df8c.gitlab.io/demande-devis-semences-modele-saisie-destination/" TargetMode="External"/><Relationship Id="rId3" Type="http://schemas.openxmlformats.org/officeDocument/2006/relationships/hyperlink" Target="https://bulk-seeds-international.github.io/bulkseedsinternational-fr/dateien/minimax-f38455ec4a26e884ff80b6e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Demande de devis de semences : le modèle de saisie par destination · Presentation</a:t>
            </a:r>
          </a:p>
        </p:txBody>
      </p:sp>
      <p:sp>
        <p:nvSpPr>
          <p:cNvPr id="3" name="Content Placeholder 2"/>
          <p:cNvSpPr>
            <a:spLocks noGrp="1"/>
          </p:cNvSpPr>
          <p:nvPr>
            <p:ph idx="1"/>
          </p:nvPr>
        </p:nvSpPr>
        <p:spPr/>
        <p:txBody>
          <a:bodyPr/>
          <a:lstStyle/>
          <a:p>
            <a:r>
              <a:t>Une demande de devis de semences potagères destinée à la revente n’est pas un simple message commercial : c’est un document que le fournisseur doit pouvoir examiner point par point. La difficulté la plus fréquente ne vient pas de la quantité commandée, mais de la manière dont les informations sont dispersées dans l’échange. Ce guide reprend une trame de saisie structurée autour de la destination et des besoins de vente, afin de rendre la demande vérifiable. Il s’adresse aux revendeurs, distributeurs et responsables achats qui souhaitent gagner du temps dans la préparation d’une sélection de variétés.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Commencer par la destination, pas par la liste des variétés</a:t>
            </a:r>
          </a:p>
        </p:txBody>
      </p:sp>
      <p:sp>
        <p:nvSpPr>
          <p:cNvPr id="3" name="Content Placeholder 2"/>
          <p:cNvSpPr>
            <a:spLocks noGrp="1"/>
          </p:cNvSpPr>
          <p:nvPr>
            <p:ph idx="1"/>
          </p:nvPr>
        </p:nvSpPr>
        <p:spPr/>
        <p:txBody>
          <a:bodyPr/>
          <a:lstStyle/>
          <a:p>
            <a:pPr>
              <a:defRPr sz="1800"/>
            </a:pPr>
            <a:r>
              <a:t>Le premier réflexe est souvent de lister les variétés souhaitées. Pourtant, la logique de la trame place la destination en tête de demande, car elle conditionne l’examen des options d’expédition et des documents envisagés. Deux champs suffisent : le pays et le code postal. Cette sobriété est volontaire ; il ne s’agit pas de décrire un itinéraire complet, mais de fournir un repère stable au fournisseur. Il faut aussi accepter la limite de l’exercice : indiquer un pays et un code postal ne garantit pas qu’une variété du catalogue sera disponible vers cette destination. C’est un point de départ pour l’examen, pas une confirmation.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Décrire chaque référence avec cinq repères</a:t>
            </a:r>
          </a:p>
        </p:txBody>
      </p:sp>
      <p:sp>
        <p:nvSpPr>
          <p:cNvPr id="3" name="Content Placeholder 2"/>
          <p:cNvSpPr>
            <a:spLocks noGrp="1"/>
          </p:cNvSpPr>
          <p:nvPr>
            <p:ph idx="1"/>
          </p:nvPr>
        </p:nvSpPr>
        <p:spPr/>
        <p:txBody>
          <a:bodyPr/>
          <a:lstStyle/>
          <a:p>
            <a:pPr>
              <a:defRPr sz="1800"/>
            </a:pPr>
            <a:r>
              <a:t>Pour chaque article, la demande doit comporter un bloc de cinq informations : nom botanique, variété, référence catalogue, quantité et unité. Cette répétition peut sembler lourde, mais elle évite une confusion fréquente entre variétés aux noms proches. Une indication globale de quantité en fin de message ne permet pas de savoir à quelle référence elle se rattache. Le bloc doit donc être repris pour chaque référence sélectionnée, sans regrouper plusieurs variétés sous une même ligne. C’est ce niveau de détail qui rend la sélection vérifiable par le fournisseur.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Formuler les besoins de revente comme des besoins à examiner</a:t>
            </a:r>
          </a:p>
        </p:txBody>
      </p:sp>
      <p:sp>
        <p:nvSpPr>
          <p:cNvPr id="3" name="Content Placeholder 2"/>
          <p:cNvSpPr>
            <a:spLocks noGrp="1"/>
          </p:cNvSpPr>
          <p:nvPr>
            <p:ph idx="1"/>
          </p:nvPr>
        </p:nvSpPr>
        <p:spPr/>
        <p:txBody>
          <a:bodyPr/>
          <a:lstStyle/>
          <a:p>
            <a:pPr>
              <a:defRPr sz="1800"/>
            </a:pPr>
            <a:r>
              <a:t>Une demande destinée à la revente doit aussi préciser les conditionnements souhaités, la langue d’étiquetage et la date de livraison souhaitée. Le point délicat est la formulation : ces éléments doivent être présentés comme des besoins à examiner, et non comme des modalités déjà garanties. Les conditionnements disponibles, les modalités de livraison et les autres conditions convenues sont confirmés dans le devis. Cette distinction protège les deux parties : le revendeur exprime son besoin réel, le fournisseur garde la possibilité de vérifier ce qui est effectivement réalisable.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Signaler les documents nécessaires sans anticiper les règles locales</a:t>
            </a:r>
          </a:p>
        </p:txBody>
      </p:sp>
      <p:sp>
        <p:nvSpPr>
          <p:cNvPr id="3" name="Content Placeholder 2"/>
          <p:cNvSpPr>
            <a:spLocks noGrp="1"/>
          </p:cNvSpPr>
          <p:nvPr>
            <p:ph idx="1"/>
          </p:nvPr>
        </p:nvSpPr>
        <p:spPr/>
        <p:txBody>
          <a:bodyPr/>
          <a:lstStyle/>
          <a:p>
            <a:pPr>
              <a:defRPr sz="1800"/>
            </a:pPr>
            <a:r>
              <a:t>La destination ne se limite pas à une adresse d’expédition. L’entreprise doit aussi indiquer les documents dont elle a besoin pour le pays concerné. Ce champ permet de signaler un besoin documentaire sans transformer la demande en interprétation des règles locales d’importation. Les conditions applicables et les responsabilités relatives aux documents, au dédouanement, aux droits et aux taxes doivent être clarifiées avant l’acceptation d’une expédition. De même, les frais de port, les modalités de livraison et les éventuels coûts de documentation sont confirmés dans le devis. La demande sert à signaler, pas à verrouiller.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Relire avant l’envoi : une liste de contrôle simple</a:t>
            </a:r>
          </a:p>
        </p:txBody>
      </p:sp>
      <p:sp>
        <p:nvSpPr>
          <p:cNvPr id="3" name="Content Placeholder 2"/>
          <p:cNvSpPr>
            <a:spLocks noGrp="1"/>
          </p:cNvSpPr>
          <p:nvPr>
            <p:ph idx="1"/>
          </p:nvPr>
        </p:nvSpPr>
        <p:spPr/>
        <p:txBody>
          <a:bodyPr/>
          <a:lstStyle/>
          <a:p>
            <a:pPr>
              <a:defRPr sz="1800"/>
            </a:pPr>
            <a:r>
              <a:t>Avant l’envoi, quelques vérifications suffisent à éviter les allers-retours : le pays et le code postal correspondent-ils à la destination envisagée ? Chaque article comporte-t-il bien nom botanique, variété, référence, quantité et unité ? Les besoins de conditionnement, la langue d’étiquetage et la date souhaitée sont-ils visibles ? Les documents nécessaires à l’entreprise sont-ils signalés ? Enfin, les besoins exprimés sont-ils présentés comme des demandes à examiner plutôt que comme des conditions déjà confirmées ? Cette relecture rapide améliore la qualité de l’échange sans alourdir la préparation.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 que la trame ne fait pas</a:t>
            </a:r>
          </a:p>
        </p:txBody>
      </p:sp>
      <p:sp>
        <p:nvSpPr>
          <p:cNvPr id="3" name="Content Placeholder 2"/>
          <p:cNvSpPr>
            <a:spLocks noGrp="1"/>
          </p:cNvSpPr>
          <p:nvPr>
            <p:ph idx="1"/>
          </p:nvPr>
        </p:nvSpPr>
        <p:spPr/>
        <p:txBody>
          <a:bodyPr/>
          <a:lstStyle/>
          <a:p>
            <a:pPr>
              <a:defRPr sz="1800"/>
            </a:pPr>
            <a:r>
              <a:t>Une demande ne vaut pas commande : la sélection est examinée avant l’établissement d’un devis, et la demande reste sans engagement. La trame n’anticipe ni la disponibilité d’une variété, ni les conditions commerciales finales. Son rôle est plus modeste : fournir au fournisseur une base complète, précise et facile à vérifier. Pour les entreprises qui souhaitent comprendre le principe général qui sous-tend cette organisation, une ressource dédiée au géoréférencement appliqué à la sélection de semences potagères B2B peut compléter utilement la lecture. Le modèle de saisie par destination reste toutefois l’outil de mise en pratique.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Links</a:t>
            </a:r>
          </a:p>
        </p:txBody>
      </p:sp>
      <p:sp>
        <p:nvSpPr>
          <p:cNvPr id="3" name="Content Placeholder 2"/>
          <p:cNvSpPr>
            <a:spLocks noGrp="1"/>
          </p:cNvSpPr>
          <p:nvPr>
            <p:ph idx="1"/>
          </p:nvPr>
        </p:nvSpPr>
        <p:spPr/>
        <p:txBody>
          <a:bodyPr/>
          <a:lstStyle/>
          <a:p>
            <a:r>
              <a:rPr sz="1800">
                <a:hlinkClick r:id="rId2"/>
              </a:rPr>
              <a:t>Demande de devis de semences : le modèle de saisie par destination</a:t>
            </a:r>
          </a:p>
          <a:p>
            <a:r>
              <a:rPr sz="1800">
                <a:hlinkClick r:id="rId3"/>
              </a:rPr>
              <a:t>Related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