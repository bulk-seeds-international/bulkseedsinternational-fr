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github.io/bulkseedsinternational-fr/semences-royaume-uni-guidance-officielle-destination/" TargetMode="External"/><Relationship Id="rId3" Type="http://schemas.openxmlformats.org/officeDocument/2006/relationships/hyperlink" Target="https://bulk-seeds-international.github.io/bulkseedsinternational-fr/dateien/minimax-da2707048d02c94aaa65640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Semences vers le Royaume-Uni : quelle guidance officielle selon la destination ? · Presentation</a:t>
            </a:r>
          </a:p>
        </p:txBody>
      </p:sp>
      <p:sp>
        <p:nvSpPr>
          <p:cNvPr id="3" name="Content Placeholder 2"/>
          <p:cNvSpPr>
            <a:spLocks noGrp="1"/>
          </p:cNvSpPr>
          <p:nvPr>
            <p:ph idx="1"/>
          </p:nvPr>
        </p:nvSpPr>
        <p:spPr/>
        <p:txBody>
          <a:bodyPr/>
          <a:lstStyle/>
          <a:p>
            <a:r>
              <a:t>Cette présentation explique comment préparer une expédition de semences depuis l’Allemagne vers le Royaume-Uni en distinguant d’abord la destination réelle : Grande-Bretagne ou Irlande du Nord. Elle propose une grille de vérification destinée à structurer une demande auprès d’un fournisseur et à identifier les repères officiels à consulter. Elle ne remplace pas la lecture des exigences en vigueur, qui varient selon la marchandise et sa catégorie de risque.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Pourquoi la destination précise change la démarche</a:t>
            </a:r>
          </a:p>
        </p:txBody>
      </p:sp>
      <p:sp>
        <p:nvSpPr>
          <p:cNvPr id="3" name="Content Placeholder 2"/>
          <p:cNvSpPr>
            <a:spLocks noGrp="1"/>
          </p:cNvSpPr>
          <p:nvPr>
            <p:ph idx="1"/>
          </p:nvPr>
        </p:nvSpPr>
        <p:spPr/>
        <p:txBody>
          <a:bodyPr/>
          <a:lstStyle/>
          <a:p>
            <a:pPr>
              <a:defRPr sz="1800"/>
            </a:pPr>
            <a:r>
              <a:t>Écrire « Royaume-Uni » sur une demande ne suffit pas à choisir la bonne guidance. Une expédition de semences depuis l’Allemagne vers le Royaume-Uni commence par une question précise : où les semences seront-elles livrées ? Il faut d’abord séparer la Grande-Bretagne — Angleterre, Écosse et Pays de Galles — de l’Irlande du Nord, puis tenir compte de la nature des marchandises. Les exigences documentaires ne doivent pas être supposées identiques pour toutes les semences.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Grande-Bretagne : le repère GOV.UK</a:t>
            </a:r>
          </a:p>
        </p:txBody>
      </p:sp>
      <p:sp>
        <p:nvSpPr>
          <p:cNvPr id="3" name="Content Placeholder 2"/>
          <p:cNvSpPr>
            <a:spLocks noGrp="1"/>
          </p:cNvSpPr>
          <p:nvPr>
            <p:ph idx="1"/>
          </p:nvPr>
        </p:nvSpPr>
        <p:spPr/>
        <p:txBody>
          <a:bodyPr/>
          <a:lstStyle/>
          <a:p>
            <a:pPr>
              <a:defRPr sz="1800"/>
            </a:pPr>
            <a:r>
              <a:t>Pour une expédition vers l’Angleterre, l’Écosse ou le Pays de Galles, le repère est la guidance GOV.UK en vigueur sur les importations en provenance de l’UE. Les trois pays sont regroupés pour cette orientation. Les exigences restent toutefois variables : elles dépendent de la marchandise et de sa catégorie de risque. Il convient donc d’éviter de transposer automatiquement les documents prévus pour un lot à tous les autres lots.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Irlande du Nord : une vérification séparée</a:t>
            </a:r>
          </a:p>
        </p:txBody>
      </p:sp>
      <p:sp>
        <p:nvSpPr>
          <p:cNvPr id="3" name="Content Placeholder 2"/>
          <p:cNvSpPr>
            <a:spLocks noGrp="1"/>
          </p:cNvSpPr>
          <p:nvPr>
            <p:ph idx="1"/>
          </p:nvPr>
        </p:nvSpPr>
        <p:spPr/>
        <p:txBody>
          <a:bodyPr/>
          <a:lstStyle/>
          <a:p>
            <a:pPr>
              <a:defRPr sz="1800"/>
            </a:pPr>
            <a:r>
              <a:t>Pour l’Irlande du Nord, la démarche est distincte. Il faut commencer par la page officielle d’orientation sur les importations de végétaux, puis suivre les instructions relatives à l’Irlande du Nord. Ne transposez pas automatiquement les hypothèses et documents prévus pour la Grande-Bretagne. Dans la demande, mentionnez « Irlande du Nord » plutôt qu’une destination simplement étiquetée « Royaume-Uni » : le fournisseur pourra ainsi examiner les conditions et les documents correspondant à cette destination.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Identifier la marchandise avant de choisir les documents</a:t>
            </a:r>
          </a:p>
        </p:txBody>
      </p:sp>
      <p:sp>
        <p:nvSpPr>
          <p:cNvPr id="3" name="Content Placeholder 2"/>
          <p:cNvSpPr>
            <a:spLocks noGrp="1"/>
          </p:cNvSpPr>
          <p:nvPr>
            <p:ph idx="1"/>
          </p:nvPr>
        </p:nvSpPr>
        <p:spPr/>
        <p:txBody>
          <a:bodyPr/>
          <a:lstStyle/>
          <a:p>
            <a:pPr>
              <a:defRPr sz="1800"/>
            </a:pPr>
            <a:r>
              <a:t>La guidance de destination doit être combinée avec l’identité de la semence. La source officielle distingue les exigences selon les marchandises et leur catégorie de risque ; elle ne fournit pas une liste documentaire universelle. Préparez l’espèce ou le nom botanique, la variété, la quantité et la nature de la marchandise, afin de vérifier la catégorie de risque à laquelle l’orientation officielle renvoie. Pour chaque combinaison de destination, d’espèce et de variété, vérifiez la guidance en vigueur et traitez chaque flux séparément.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Préparer une demande vérifiable</a:t>
            </a:r>
          </a:p>
        </p:txBody>
      </p:sp>
      <p:sp>
        <p:nvSpPr>
          <p:cNvPr id="3" name="Content Placeholder 2"/>
          <p:cNvSpPr>
            <a:spLocks noGrp="1"/>
          </p:cNvSpPr>
          <p:nvPr>
            <p:ph idx="1"/>
          </p:nvPr>
        </p:nvSpPr>
        <p:spPr/>
        <p:txBody>
          <a:bodyPr/>
          <a:lstStyle/>
          <a:p>
            <a:pPr>
              <a:defRPr sz="1800"/>
            </a:pPr>
            <a:r>
              <a:t>Pour que le fournisseur puisse examiner la demande, rassemblez les noms botaniques, les variétés et les quantités, le pays et le code postal de destination en distinguant la Grande-Bretagne de l’Irlande du Nord, les documents requis pour l’expédition envisagée ainsi que ceux dont votre entreprise a besoin, et la date de livraison souhaitée, à distinguer d’une date confirmée. Le fournisseur vérifie la disponibilité et les modalités d’approvisionnement avant de faire une offre. Avant d’accepter une expédition, les conditions d’importation applicables et les responsabilités liées aux documents, au dédouanement, aux droits et aux taxes doivent êt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Préparer une demande vérifiable</a:t>
            </a:r>
          </a:p>
        </p:txBody>
      </p:sp>
      <p:sp>
        <p:nvSpPr>
          <p:cNvPr id="3" name="Content Placeholder 2"/>
          <p:cNvSpPr>
            <a:spLocks noGrp="1"/>
          </p:cNvSpPr>
          <p:nvPr>
            <p:ph idx="1"/>
          </p:nvPr>
        </p:nvSpPr>
        <p:spPr/>
        <p:txBody>
          <a:bodyPr/>
          <a:lstStyle/>
          <a:p>
            <a:pPr>
              <a:defRPr sz="1800"/>
            </a:pPr>
            <a:r>
              <a:t>re clarifiées ; les frais de port, les modalités de livraison et les éventuels coûts de documentation sont confirmés dans le devis.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Erreurs à éviter avant de confirmer</a:t>
            </a:r>
          </a:p>
        </p:txBody>
      </p:sp>
      <p:sp>
        <p:nvSpPr>
          <p:cNvPr id="3" name="Content Placeholder 2"/>
          <p:cNvSpPr>
            <a:spLocks noGrp="1"/>
          </p:cNvSpPr>
          <p:nvPr>
            <p:ph idx="1"/>
          </p:nvPr>
        </p:nvSpPr>
        <p:spPr/>
        <p:txBody>
          <a:bodyPr/>
          <a:lstStyle/>
          <a:p>
            <a:pPr>
              <a:defRPr sz="1800"/>
            </a:pPr>
            <a:r>
              <a:t>Quatre confusions reviennent fréquemment : appliquer à l’Irlande du Nord, sans vérification complémentaire, les hypothèses de la Grande-Bretagne ; supposer que toutes les semences appellent les mêmes justificatifs ; considérer une disponibilité catalogue comme une garantie d’éligibilité ou de fourniture ; confondre la date souhaitée et les modalités de livraison avec une confirmation. Le bon ordre avant de confirmer est donc simple : identifier le lieu précis, relever l’espèce et la variété, consulter la guidance officielle correspondante, puis vérifier les documents et responsabilités propres à l’expédition.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Semences vers le Royaume-Uni : quelle guidance officielle selon la destination ?</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